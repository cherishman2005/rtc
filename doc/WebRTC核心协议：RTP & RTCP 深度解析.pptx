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8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大家好，今天我将为大家深入解析WebRTC实时通信中的两大核心协议：RTP和RTCP。我们将一起探讨它们如何协同工作，从数据传输到质量控制，构建起一条完整、高效的实时通信链路。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RTP和RTCP的基本概念。简单来说，RTP负责搬砖，也就是传输媒体数据；而RTCP负责监工，也就是控制传输质量。它们共同构成了WebRTC实时通信的基石，运行在UDP之上，旨在提供低延迟的音视频体验。WebRTC还对它们进行了诸多关键扩展，比如加密、重传和拥塞控制，这些我们稍后会详细讲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来看RTP。它的核心任务就是封装和传输音视频数据。为了应对网络的不可靠性，RTP通过序列号、时间戳等机制来解决丢包、乱序和同步问题。特别要强调的是，在WebRTC中，所有RTP数据都必须经过SRTP加密，确保通信安全。这张图展示了标准的RTP报文头结构，接下来我们会详细解析其中的关键字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RTP报文中，有三个字段最为关键。首先是序列号，它像快递单号，帮助我们追踪每个数据包，发现丢失或错乱。其次是时间戳，它记录了数据产生的时间，是消除抖动和实现音视频同步的关键。最后是SSRC，它是每条媒体流的唯一身份证，确保我们能正确区分不同来源的音视频。此外，标记位M和负载类型PT也在组帧和识别编码格式中扮演重要角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bRTC对标准RTP做了重要扩展。首先是扩展头，它携带了拥塞控制等高级信息。其次是强制的SRTP加密，如图所示，它对RTP包进行加密和认证，密钥通过DTLS协商，确保了端到端的安全。此外，由于网络MTU的限制，大的视频帧需要被分包发送，接收端再根据时间戳和序列号等信息重新组装成完整的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RTCP，它是RTP的控制协议。它不传输媒体数据，只负责发送控制信息，占用带宽很小。在WebRTC中，RTCP和RTP共享同一个端口，简化了部署。RTCP的标准报文类型包括发送端报告SR、接收端报告RR等，它们构成了通信双方互相感知网络状况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TCP的扩展是WebRTC保证通信质量的关键。NACK用于请求重传丢失的数据包，是处理弱网丢包的基础手段。PLI和FIR则是应对视频流故障的“急救包”，在视频卡顿或刚入会时，能迅速请求关键帧来恢复画面，避免用户看到花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MB和TCC则是拥塞控制的核心，它们让接收端能够反向告诉发送端“我这边的网络能吃多少”，从而实现发送端的动态码率调整，避免网络拥塞。其中TCC是GCC算法的核心组成部分，能实现更精细的带宽探测和控制，是保证流畅体验最重要的机制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把RTP和RTCP放在一起看它们的协作流程。上半部分是媒体数据的传输链路，从采集到播放。下半部分是质量保障的闭环：接收端通过RTCP不断反馈网络状况，触发NACK重传、PLI刷新画面，最终通过REMB和TCC让发送端调整码率。这个闭环是WebRTC自适应能力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在协作流程中，还有两个重要方面。一是音视频同步，通过RTCP SR报文中的NTP时间戳，WebRTC能将音视频精确对齐，确保音画同步。二是弱网对抗，WebRTC打出一套组合拳，包括NACK重传、前向纠错、动态码率调整和关键帧刷新，共同保障在恶劣网络环境下的通信质量。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RTP负责数据传输，通过序列号、时间戳和SSRC保证了数据的有序和同步。RTCP负责质量控制，通过统计反馈、重传请求和拥塞控制来优化传输。WebRTC在此基础上进行了加密、拥塞控制等关键增强。总而言之，RTP和RTCP的紧密协作，是WebRTC能够在复杂网络环境中提供高质量实时通信体验的根本原因。我的分享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.jpe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0.jpe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55.svg"/><Relationship Id="rId7" Type="http://schemas.openxmlformats.org/officeDocument/2006/relationships/image" Target="../media/image54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7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56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svg"/><Relationship Id="rId8" Type="http://schemas.openxmlformats.org/officeDocument/2006/relationships/image" Target="../media/image66.pn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实时通信核心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 &amp; RTCP 协议深度解析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57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从数据传输到质量控制的完整链路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核心概览：RTP + RTCP 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78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676400"/>
            <a:ext cx="4318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 (实时传输协议) 与 RTCP (RTP控制协议) 共同构成了 WebRTC 音视频实时传输的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核心协议簇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，前者负责数据传输，后者负责质量控制。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540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238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238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设计基础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 IETF 的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RFC 3550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标准定义，WebRTC 在此基础上针对浏览器场景进行了大量的适配与扩展。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556000" y="3048000"/>
            <a:ext cx="2540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6500" y="3238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91000" y="3238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运行基础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构建于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UDP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协议之上，主动牺牲部分数据可靠性，以换取音视频通话所需的极致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低延迟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和高实时性。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07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080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关键扩展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🔒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SRTP加密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保障媒体安全 • 🔄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NACK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丢包重传 • 📉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GCC/TCC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动态拥塞控制 • 📸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PLI/FIR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快速恢复画面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651000"/>
            <a:ext cx="4953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 l="10930" r="10930"/>
          <a:stretch>
            <a:fillRect/>
          </a:stretch>
        </p:blipFill>
        <p:spPr>
          <a:xfrm>
            <a:off x="6667500" y="2032000"/>
            <a:ext cx="4572000" cy="317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6675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RTP/RTCP 协议逻辑与交互示意图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 详解 (1) - 核心定位与报文头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专门负责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音视频媒体数据的封装与传输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，是流媒体实时传输的基石协议。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解决的关键问题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5400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通过提供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序列号、时间戳、同步源标识 (SSRC)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，有效解决网络传输中的丢包、乱序以及音视频流的同步难题。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0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安全要求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WebRTC 场景中，RTP 必须强制配合使用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SRTP (Secure RTP)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协议进行加密，严禁传输明文媒体数据，保障隐私安全。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4064000"/>
            <a:ext cx="1219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 RTP 报文头 (固定 12 字节)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t="24534" b="24534"/>
          <a:stretch>
            <a:fillRect/>
          </a:stretch>
        </p:blipFill>
        <p:spPr>
          <a:xfrm>
            <a:off x="762000" y="4699000"/>
            <a:ext cx="10668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 详解 (2) - 关键字段解析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Sequence Number (序列号)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每发送一个RTP包，该值自动加1。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接收端通过检查序列号的连续性，来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检测丢包、乱序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，并为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NACK重传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提供依据。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Timestamp (时间戳)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记录采样时刻，同一帧的所有RTP包拥有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相同的时间戳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时钟频率：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音频(OPUS)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48000Hz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，视频(VP8/H.264)固定为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90000Hz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消除网络抖动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和实现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音视频同步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0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SSRC (同步源标识)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667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为每一条媒体流提供一个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唯一的随机ID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，通常由发送端随机生成。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在多路流混合的场景中，区分不同的媒体流来源（如多人连麦时识别谁在说话）。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461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397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 (Marker) 标记位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BE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用于标记一帧的结束，辅助接收端正确组帧，通常在视频关键帧或音频一帧的最后一个包置1。</a:t>
            </a:r>
            <a:endParaRPr lang="en-US" sz="1300" b="0" i="0" u="none" strike="noStrike">
              <a:solidFill>
                <a:srgbClr val="DBEA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96000" y="5397500"/>
            <a:ext cx="127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461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5397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PT (Payload Type) 负载类型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BE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标识RTP负载数据的编码格式，如 OPUS=111, VP8=96, H.264=102，接收端据此解码。</a:t>
            </a:r>
            <a:endParaRPr lang="en-US" sz="1300" b="0" i="0" u="none" strike="noStrike">
              <a:solidFill>
                <a:srgbClr val="DBEA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 详解 (3) - WebRTC扩展与安全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1142" r="21142"/>
          <a:stretch>
            <a:fillRect/>
          </a:stretch>
        </p:blipFill>
        <p:spPr>
          <a:xfrm>
            <a:off x="762000" y="1651000"/>
            <a:ext cx="5080000" cy="4445000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651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985000" y="1778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扩展 RTP 头 (RFC 5285)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 X 位为 1 时启用，用于携带额外控制信息。包含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transport-wide cc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(GCC拥塞控制核心) 与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abs-send-time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(精确计算链路延迟)。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302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49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342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SRTP 加密 (WebRTC 强制要求)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DTLS 握手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协商密钥，对 RTP/RTCP 包执行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AES 加密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HMAC 认证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，有效防止媒体数据窃听与篡改。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95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514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5080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 分包与组帧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发送端将超大视频帧(I帧)拆分为多个RTP包；接收端依据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相同时间戳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连续序列号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M位标记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重组还原。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详解 (1) - 核心定位与标准包类型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(RTP Control Protocol)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27432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667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RTP 配对使用，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只传输控制信息，不传输媒体数据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，是网络质量反馈的关键通道。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38862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810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带宽与复用：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默认带宽占用 ≤ 媒体流的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；WebRTC 使用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rtcp-mux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RTP/RTCP 复用到同一端口。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06500" y="495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种标准 RTCP 包类型：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SR (200) / RR (201): 发送/接收端报告 (同步、丢包、抖动计算)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SDES (202): 源描述信息 (CNAME) • BYE (203): 通知离开会话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5080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10861" b="10861"/>
          <a:stretch>
            <a:fillRect/>
          </a:stretch>
        </p:blipFill>
        <p:spPr>
          <a:xfrm>
            <a:off x="6731000" y="2032000"/>
            <a:ext cx="4318000" cy="2794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604000" y="5080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双向反馈机制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通信双方通过发送 SR/RR 实时感知网络状况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为拥塞控制、QoS 优化提供数据支撑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详解 (2) - WebRTC 扩展（质量保障核心）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52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NACK (Negative Acknowledgement)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触发：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接收端检测到 RTP 包序列号不连续时触发。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动作：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主动发送 NACK 包，告知发送端具体丢失的包序号。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目的：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请求重传丢失包，对抗弱网丢包的基础机制。</a:t>
            </a:r>
            <a:endParaRPr lang="en-US" sz="13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778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752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关键帧请求 (PLI / FIR)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PLI：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通用丢帧指示，请求发送一个 I 帧。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FIR：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 Intra 帧请求，优先级高于 PLI。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目的：</a:t>
            </a:r>
            <a:r>
              <a:rPr lang="en-US" sz="13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视频卡顿/花屏/入会时，快速恢复画面。</a:t>
            </a:r>
            <a:endParaRPr lang="en-US" sz="1300" b="1" i="0" u="none" strike="noStrike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419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REMB (Receiver Estimated Max Bitrate)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080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接收端根据网络情况，计算并反馈“最大可接收码率”。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机制：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作为发送端的码率上限参考，避免发送过高导致网络拥塞。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优势：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简单高效，被广泛应用。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419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TCC (Transport-wide Congestion Control)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080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地位：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中 GCC 拥塞控制算法的核心机制。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机制：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接收端精确报告每个 RTP 包的到达时间 (ARR)。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目的：</a:t>
            </a:r>
            <a:r>
              <a:rPr lang="en-US" sz="13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发送端据此计算网络带宽，实现动态、精细的码率调节。</a:t>
            </a:r>
            <a:endParaRPr lang="en-US" sz="1300" b="1" i="0" u="none" strike="noStrike">
              <a:solidFill>
                <a:srgbClr val="EC48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协作流程 (1) - 媒体传输与质量保障闭环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8616" b="28616"/>
          <a:stretch>
            <a:fillRect/>
          </a:stretch>
        </p:blipFill>
        <p:spPr>
          <a:xfrm>
            <a:off x="762000" y="1397000"/>
            <a:ext cx="10668000" cy="2159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3810000"/>
            <a:ext cx="2540000" cy="2667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4064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73200" y="40386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反馈 (Report)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4699000"/>
            <a:ext cx="2133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接收端通过</a:t>
            </a: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RR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报文，持续向发送端上报网络状况，如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丢包率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网络抖动(Jitter)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3810000"/>
            <a:ext cx="2540000" cy="2667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0300" y="4064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78300" y="40386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重传 (Retransmit)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70300" y="4699000"/>
            <a:ext cx="2133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如果检测到丢包，接收端发送</a:t>
            </a: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NACK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请求重传丢失的数据包，以恢复数据完整性。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3810000"/>
            <a:ext cx="2540000" cy="2667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5400" y="4064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83400" y="40386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刷新 (Refresh)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75400" y="4699000"/>
            <a:ext cx="2133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如果丢包严重导致无法通过重传恢复，接收端发送</a:t>
            </a: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PLI/FIR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请求关键帧，快速刷新画面，避免长时间卡顿。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77300" y="3810000"/>
            <a:ext cx="2540000" cy="2667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0500" y="4064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88500" y="40386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调整 (Adjust)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4699000"/>
            <a:ext cx="2133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发送端根据</a:t>
            </a: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REMB/TCC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的反馈，实时计算网络可用带宽，并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动态调整音视频的编码码率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以适应网络。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协作流程 (2) - 同步与弱网对抗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3501" r="13501"/>
          <a:stretch>
            <a:fillRect/>
          </a:stretch>
        </p:blipFill>
        <p:spPr>
          <a:xfrm>
            <a:off x="952500" y="2032000"/>
            <a:ext cx="4826000" cy="2794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音视频同步逻辑示意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将独立传输的音频与视频流，通过统一时间轴对齐，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保障用户体验的一致性与流畅度。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215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音视频同步机制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413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独立流传输：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音视频作为两条独立RTP流，互不干扰。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绝对时间对齐：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SR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携带的</a:t>
            </a: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NTP时间戳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映射到同一时间轴。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极致体验：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音画同步误差严格控制在</a:t>
            </a:r>
            <a:r>
              <a:rPr lang="en-US"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40ms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以内。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1275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381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4356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弱网对抗组合拳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95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NACK：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精准重传关键丢包。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ULPFEC/RED：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前向纠错抗丢包。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890000" y="4953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GCC：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动态码率匹配带宽。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PLI/FIR：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关键帧刷新快恢复。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总结与要点回顾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2362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3114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 · 负责传数据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19200" y="29210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序列号：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防止丢包与数据乱序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时间戳：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消除抖动、音视频同步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SSRC：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唯一标识媒体流来源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08500" y="21590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362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43500" y="23114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RTCP · 负责控质量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11700" y="29210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统计反馈：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实时报告网络丢包与延迟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重传/关键帧请求：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快速恢复画面与数据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拥塞控制：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基于反馈动态调整码率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21590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4200" y="2362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23114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· 增强与依赖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04200" y="29210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核心增强：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SRTP 加密 / RTCP-MUX 复用 / GCC 拥塞算法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传输依赖：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全程基于 UDP 协议，极致追求低延迟体验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4953000"/>
            <a:ext cx="10160000" cy="139700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3B82F6">
                  <a:alpha val="95000"/>
                </a:srgbClr>
              </a:gs>
              <a:gs pos="100000">
                <a:srgbClr val="1E40AF">
                  <a:alpha val="95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000" y="5270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286000" y="5207000"/>
            <a:ext cx="850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最终结论：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RTP与RTCP的紧密协作，构成了WebRTC实时通信的基石，确保了在不可靠的互联网环境下依然能提供高质量、低延迟、安全的音视频体验。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2833</Words>
  <Application>WPS 演示</Application>
  <PresentationFormat/>
  <Paragraphs>174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阿武</cp:lastModifiedBy>
  <cp:revision>2</cp:revision>
  <dcterms:created xsi:type="dcterms:W3CDTF">2026-04-26T09:46:01Z</dcterms:created>
  <dcterms:modified xsi:type="dcterms:W3CDTF">2026-04-26T09:46:13Z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AEF8A2D90ECA449D96072B45FFECD7DC_12</vt:lpwstr>
  </property>
  <property fmtid="{D5CDD505-2E9C-101B-9397-08002B2CF9AE}" pid="3" name="KSOProductBuildVer">
    <vt:lpwstr>2052-12.1.0.25865</vt:lpwstr>
  </property>
</Properties>
</file>