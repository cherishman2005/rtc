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全球WebRTC市场的深度分析报告。在接下来的时间里，我们将共同探讨WebRTC技术的市场现状、核心驱动力、竞争格局以及未来发展趋势。这份报告基于最新的数据，旨在为大家提供清晰、直观的行业洞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八个部分。首先，我们会通过核心摘要快速了解市场全貌。接着，深入解析WebRTC技术本身。然后，我们将详细分析市场规模、增长驱动力与制约因素。之后，会从多个维度对市场进行细分，并探讨各区域的市场格局。最后，我们将分析竞争态势并对未来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核心摘要。2025年，全球WebRTC市场规模已达到95.6亿美元。更重要的是，我们预测在未来九年，市场将以超过32%的惊人年复合增长率扩张，到2034年达到1220亿美元的规模。目前，北美市场占据主导地位，但亚太地区增长迅猛。这一切都得益于远程办公、移动普及等强大驱动力，当然，行业也面临着可扩展性和复杂性的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WebRTC究竟是什么？简单来说，它是一项革命性的技术，让实时通信，如视频通话，能够直接在你的网页浏览器中进行，无需任何插件。它的核心优势在于点对点传输，这意味着数据可以直接在用户之间流动，从而实现极低的延迟。同时，它内置了安全机制，确保了通信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表直观地展示了WebRTC市场的爆炸性增长。从2025年的956亿美元，预计到2026年将增长到1307亿美元。而我们的长期预测显示，到2034年，市场规模将超过1200亿美元。这背后是高达32.21%的年复合增长率，表明这是一个充满活力和巨大潜力的市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市场的快速增长主要由两大因素驱动。首先是远程和混合办公的常态化，超过80%的员工在家工作，视频会议成为主流沟通方式，WebRTC正是其核心技术。其次，全球超过54亿的移动用户，为WebRTC提供了广阔的应用土壤，因为它能完美适配移动浏览器，提供流畅的通信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两大驱动力是直播产业的爆发和AI技术的融合。直播的兴起，特别是对低延迟互动的需求，使得WebRTC成为首选技术。同时，人工智能的融入，让WebRTC不再仅仅是传输工具，更能实现智能路由、实时翻译和情感分析等高级功能，极大地拓展了其应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高速发展的行业也面临着挑战。主要有两点：首先是可扩展性问题，WebRTC的点对点架构在应对大规模用户并发时存在瓶颈，可能导致服务卡顿。其次，技术配置相对复杂，这在一定程度上提高了使用门槛，可能会限制其更广泛的普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深入市场细分。按解决方案来看，视频通话和会议是绝对的主导，占据了超过一半的市场份额。而值得关注的是，消息传递和文件共享虽然目前份额不大，但预计将成为增长最快的细分领域，因为它在安全性和便捷性上具有独特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从部署模式来看，云部署是绝对的主流，占据了超过70%的市场。云方案的弹性、低成本和易集成性，使其成为大多数企业的首选。而本地部署则主要服务于对数据安全要求极高的特定行业，如金融和政府部门。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按企业类型划分，大型企业目前贡献了绝大部分市场份额，因为它们需要能够支持全球海量用户的通信工具。但增长潜力最大的是中小企业市场，WebRTC的低成本和易用性，正帮助越来越多的中小企业实现数字化转型，提升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垂直行业方面，IT和电信行业是WebRTC最大的应用市场，占据了超过三分之一的份额。而最令人兴奋的增长点来自医疗保健行业，WebRTC正在改变医疗服务的提供方式，实现远程问诊和诊断，其增长速度在所有行业中遥遥领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从全球区域来看，北美目前是WebRTC市场的领导者，占据了超过三分之一的份额。欧洲紧随其后。但最值得关注的是亚太地区，虽然目前份额第三，但它是全球增长最快的市场，巨大的数字化潜力正在被释放。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bRTC市场的竞争格局呈现多元化，既有AT&amp;T这样的通信巨头，也有声网、Twilio等专业的技术服务商。竞争的核心在于技术创新、生态合作和市场扩张。头部企业通过战略合作、产品迭代和资本运作，不断巩固自己的市场地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WebRTC是一个高速增长的千亿级赛道，需求明确，格局清晰。展望未来，AI的深度融合、应用场景的不断拓展以及生态的日益完善，将共同推动WebRTC技术走向更广阔的未来。我的报告到此结束，感谢大家的聆听，现在是问答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9.svg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5.sv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1.svg"/><Relationship Id="rId7" Type="http://schemas.openxmlformats.org/officeDocument/2006/relationships/image" Target="../media/image60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67.svg"/><Relationship Id="rId7" Type="http://schemas.openxmlformats.org/officeDocument/2006/relationships/image" Target="../media/image66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73.svg"/><Relationship Id="rId13" Type="http://schemas.openxmlformats.org/officeDocument/2006/relationships/image" Target="../media/image72.png"/><Relationship Id="rId12" Type="http://schemas.openxmlformats.org/officeDocument/2006/relationships/image" Target="../media/image71.svg"/><Relationship Id="rId11" Type="http://schemas.openxmlformats.org/officeDocument/2006/relationships/image" Target="../media/image70.png"/><Relationship Id="rId10" Type="http://schemas.openxmlformats.org/officeDocument/2006/relationships/image" Target="../media/image69.svg"/><Relationship Id="rId1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75.svg"/><Relationship Id="rId7" Type="http://schemas.openxmlformats.org/officeDocument/2006/relationships/image" Target="../media/image74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6.sv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9.svg"/><Relationship Id="rId11" Type="http://schemas.openxmlformats.org/officeDocument/2006/relationships/image" Target="../media/image78.png"/><Relationship Id="rId10" Type="http://schemas.openxmlformats.org/officeDocument/2006/relationships/image" Target="../media/image77.sv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6E6E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55000" y="-1270000"/>
            <a:ext cx="5080000" cy="508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4445000"/>
            <a:ext cx="3810000" cy="381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2026-2034年全球WebRTC行业深度分析报告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31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核心洞察与市场预测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092">
            <a:off x="762004" y="545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842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5816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报告来源：Fortune Business Insights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262563">
            <a:off x="6445250" y="59945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0" y="5842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66000" y="581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数据更新时间：2026年5月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B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>
                    <a:alpha val="2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0066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核心摘要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聚焦市场规模核心数据，快速概览WebRTC行业发展的整体态势与关键指标。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238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>
                    <a:alpha val="2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32766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技术解析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深度剖析WebRTC的定义、技术架构与核心特性，理解其低延迟通信的底层逻辑。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254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>
                    <a:alpha val="2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032000" y="42291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结合权威数据，预测2026至2034年全球WebRTC市场的增长趋势与体量变化。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270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2705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3340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>
                    <a:alpha val="2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032000" y="53086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驱动与制约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拆解推动行业高速发展的核心动力，同时客观分析当前面临的技术与市场挑战。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5390177">
            <a:off x="4000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77000" y="190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190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731000" y="1968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>
                    <a:alpha val="2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747000" y="20066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市场细分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从解决方案、部署模式、企业规模及应用行业多维度，拆解WebRTC的细分市场结构。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77000" y="317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317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731000" y="3238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>
                    <a:alpha val="2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747000" y="32766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区域格局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分析北美、欧洲、亚太等全球主要区域的市场成熟度、渗透率及未来发展潜力。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477000" y="419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731000" y="4254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>
                    <a:alpha val="2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747000" y="42291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竞争格局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梳理行业内主要领军企业与创新厂商的战略布局，洞察并购、合作等关键市场动态。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477000" y="5270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477000" y="52705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731000" y="53340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>
                    <a:alpha val="2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747000" y="53086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总结行业发展现状，预判技术融合与场景拓展的未来趋势，挖掘潜在商业机遇。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B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核心摘要：市场概览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2025年全球市场规模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$95.6亿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556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全球WebRTC市场进入规模化应用阶段，技术落地场景从通信向全行业渗透。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720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2026-2034 年复合增长率 (CAGR)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540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32.21%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3556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预计2034年市场规模将突破$1220.8亿，行业处于高速上升的黄金发展期。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915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2025年区域市场份额榜首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2540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37.18%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81915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91500" y="3556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北美地区凭借成熟技术生态与早期布局，占据全球第一大市场份额。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445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4635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4597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核心驱动：多场景技术融合共振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046">
            <a:off x="952508" y="520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52500" y="53340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远程办公常态化、移动互联网普及、直播互动爆发以及AI技术深度融合，共同构建了WebRTC行业增长的强劲引擎，拓宽了应用边界。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4445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46355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048500" y="4597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行业制约：架构与配置的双重挑战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9046">
            <a:off x="6477008" y="520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77000" y="53340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大规模并发场景下的系统可扩展性仍存瓶颈，同时终端技术配置复杂、兼容性问题及安全合规要求，构成了行业发展的主要阻力。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6E6E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技术解析：什么是WebRTC？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(Web Real-Time Communication) 是一套</a:t>
            </a: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免费、开源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的技术，使应用能在浏览器中实现</a:t>
            </a: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实时、点对点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的语音、视频和数据传输，无需借助额外的插件或专有软件，是现代网页实时通信的核心标准。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11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07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免插件原生支持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9">
            <a:off x="1778011" y="3549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778000" y="3657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主流浏览器（Chrome、Firefox等）原生集成，用户无需安装任何插件或客户端，打开网页即可使用实时通信功能。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92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111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39000" y="307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P2P 直接数据传输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1459">
            <a:off x="7239011" y="3549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239000" y="3657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数据直接在用户终端之间传输，无需经过服务端中转，极大减少了数据链路长度，是实现低延迟的关键架构。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99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4851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极致低延迟体验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1459">
            <a:off x="1778011" y="5327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778000" y="5435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专为实时交互优化，通过Jitter Buffer和编解码优化，端到端延迟可稳定控制在500毫秒以内，媲美原生应用。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699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889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4851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内置安全加密机制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1459">
            <a:off x="7239011" y="5327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7239000" y="5435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强制使用 DTLS/SRTP 加密协议对传输数据进行加密，确保所有语音、视频和数据在传输过程中的安全性与隐私性。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B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市场规模与预测 (2025-2034)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651000"/>
            <a:ext cx="6604000" cy="3556000"/>
          </a:xfrm>
          <a:prstGeom prst="rect">
            <a:avLst/>
          </a:prstGeom>
          <a:ln w="12700">
            <a:noFill/>
            <a:prstDash val="solid"/>
          </a:ln>
        </p:spPr>
      </p:pic>
      <p:cxnSp>
        <p:nvCxnSpPr>
          <p:cNvPr id="4" name="Connector 4"/>
          <p:cNvCxnSpPr/>
          <p:nvPr/>
        </p:nvCxnSpPr>
        <p:spPr>
          <a:xfrm rot="-4092">
            <a:off x="762004" y="551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5715000"/>
            <a:ext cx="660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WebRTC市场从2025年的956亿美元起步，呈现指数级上升态势。2026年突破千亿美元关口后，将持续高速扩张，预计2034年规模将超1200亿美元，展现出极强的行业渗透力与商业价值。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42709">
            <a:off x="7366000" y="6089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001000" y="5651500"/>
            <a:ext cx="17145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001000" y="5651500"/>
            <a:ext cx="508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128000" y="5740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核心预测周期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2026-2034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906000" y="5651500"/>
            <a:ext cx="19050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906000" y="5651500"/>
            <a:ext cx="508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033000" y="5740400"/>
            <a:ext cx="1714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年复合增长率 (CAGR)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32.21%</a:t>
            </a:r>
            <a:endParaRPr lang="en-US" sz="1800" b="1" i="0" u="none" strike="noStrike">
              <a:solidFill>
                <a:srgbClr val="FF6A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核心驱动因素 (1/2)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远程与混合办公常态化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795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2667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82%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职场人员选择居家办公，远程协作成为工作新常态。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57030">
            <a:off x="2984500" y="3232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3683000" y="2667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87%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远程办公者首选视频会议，WebRTC 是实现这一需求的底层核心技术。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44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移动设备全球普及化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10795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79500" y="5080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54亿+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全球移动服务用户规模，移动技术已渗透到生活与工作的方方面面。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57030">
            <a:off x="2984500" y="5645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683000" y="5080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5%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移动技术贡献全球GDP，WebRTC无缝兼容移动浏览器，满足轻量化通信需求。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1905000"/>
            <a:ext cx="4826000" cy="4508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858000" y="2286000"/>
            <a:ext cx="431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0" y="2540000"/>
            <a:ext cx="812800" cy="812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191500" y="2476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全场景实时交互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无需插件，通过浏览器即可实现高清音视频通话、屏幕共享，完美适配混合办公场景。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858000" y="4318000"/>
            <a:ext cx="431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0" y="4572000"/>
            <a:ext cx="812800" cy="812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191500" y="4508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全终端无缝衔接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打破设备壁垒，在手机、平板、PC端提供一致的流畅体验，支撑54亿移动用户的通信需求。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B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核心驱动因素 (2/2)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858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32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直播产业爆发，低延迟互动成刚需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6875">
            <a:off x="1016006" y="2660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57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全球直播观看时长年增</a:t>
            </a: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10%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，其中亚洲市场爆发式增长</a:t>
            </a: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172%</a:t>
            </a: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(Coviva, 2022)。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47115">
            <a:off x="3587750" y="3327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191000" y="2857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技术提供</a:t>
            </a: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&lt;500ms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的超低端到端延迟，完美适配带货、赛事等强互动直播场景，成为行业首选方案。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6858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445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AI技术深度融合，拓展应用边界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6875">
            <a:off x="1016006" y="5073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520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智能优化路由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AI算法动态调度网络路径，降低丢包率，显著提升音视频通话与直播的服务质量。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50892">
            <a:off x="27305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302000" y="520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打破语言壁垒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集成实时语音识别与机器翻译，实现多语言无障碍沟通，赋能全球化远程协作场景。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50892">
            <a:off x="49530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5461000" y="520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场景感知创新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基于情感识别与情绪分析技术，落地智能客服、远程心理疏导等深度应用场景。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001000" y="1778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255000" y="2032000"/>
            <a:ext cx="292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6285" y="2510155"/>
            <a:ext cx="812800" cy="812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392285" y="2510155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实时互动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从单向观看转向双向深度交互，重构用户体验与商业价值。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255000" y="4191000"/>
            <a:ext cx="292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6285" y="4669155"/>
            <a:ext cx="812800" cy="812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392285" y="4669155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智慧赋能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算法驱动服务升级，让实时通信具备感知、理解与决策能力。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6E6E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行业制约因素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5E5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457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1778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可扩展性挑战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795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79500" y="2667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基于点对点（P2P）的传统架构，在面对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海量并发用户接入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时，服务器需要处理大量的连接中转与信令交互，导致资源占用剧增，形成系统性的性能瓶颈。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3937000"/>
            <a:ext cx="4635500" cy="1270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4127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06500" y="4699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海量用户并发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14549">
            <a:off x="2413106" y="4502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4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4500" y="4127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794000" y="46990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服务器负载超限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7436">
            <a:off x="4064127" y="4502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4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4127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381500" y="46990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体验卡顿/崩溃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79500" y="558800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核心影响：难以支撑大型直播、赛事等高并发场景，严重制约业务规模化发展。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90450">
            <a:off x="3962400" y="3803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13500" y="1524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E5E5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1524000"/>
            <a:ext cx="76200" cy="457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31000" y="1778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技术配置复杂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731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731000" y="2667000"/>
            <a:ext cx="4635500" cy="14605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21500" y="2857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2819400"/>
            <a:ext cx="374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较高的开发与使用门槛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21500" y="34290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音视频参数调优、网络穿透（NAT）配置及信令逻辑开发过程繁琐，对技术团队的专业能力要求较高，新手开发者难以快速上手实现稳定的生产级部署。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731000" y="4381500"/>
            <a:ext cx="4635500" cy="14605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1500" y="45720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493000" y="4533900"/>
            <a:ext cx="374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配置失误引发的稳定性风险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921500" y="50800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参数配置错误易导致连接失败、音视频不同步或延迟过高，不仅影响终端用户体验，也增加了系统维护成本，阻碍了技术在中小团队中的快速普及。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B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市场细分：解决方案 (2026年预测)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32000"/>
            <a:ext cx="4826000" cy="4064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762000" y="584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图表显示2026年各细分解决方案的市场份额预测，视频会议占据主导地位。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937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350000" y="2032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cap="flat" cmpd="sng">
            <a:solidFill>
              <a:srgbClr val="E65F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0" y="2032000"/>
            <a:ext cx="50800" cy="1460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222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184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视频通话和会议：市场绝对主导者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046">
            <a:off x="6604008" y="2724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04000" y="2857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占据</a:t>
            </a: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51.57%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的市场份额，是应用最广泛、需求最稳定的核心细分领域，也是企业数字化沟通的基础场景。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3683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cap="flat" cmpd="sng">
            <a:solidFill>
              <a:srgbClr val="1A1717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3683000"/>
            <a:ext cx="50800" cy="14605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3873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3835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消息传递和文件共享：高增长潜力赛道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6604008" y="437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4508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预测期内CAGR增速最高，凭借点对点加密传输保障信息安全，契合企业日益强劲的私密协作与文件流转需求。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5334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A0A0A0">
              <a:alpha val="10000"/>
            </a:srgbClr>
          </a:solidFill>
          <a:ln cap="flat" cmpd="sng">
            <a:solidFill>
              <a:srgbClr val="87797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5334000"/>
            <a:ext cx="50800" cy="1079500"/>
          </a:xfrm>
          <a:prstGeom prst="roundRect">
            <a:avLst>
              <a:gd name="adj" fmla="val 0"/>
            </a:avLst>
          </a:prstGeom>
          <a:solidFill>
            <a:srgbClr val="A0A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5486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546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其他补充场景：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涵盖语音通话、在线游戏实时语音等细分方向，作为市场的重要补充，满足多元化、垂直化的用户沟通娱乐需求。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6E6E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市场细分：部署模式 (2026年预测)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33333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159000"/>
            <a:ext cx="368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基于云的部署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73.10%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302000" y="3556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当前市场的绝对主导模式，保持行业内最快的增长速度，是企业部署的首选方案。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826000"/>
            <a:ext cx="4699000" cy="889000"/>
          </a:xfrm>
          <a:prstGeom prst="roundRect">
            <a:avLst>
              <a:gd name="adj" fmla="val 0"/>
            </a:avLst>
          </a:prstGeom>
          <a:solidFill>
            <a:srgbClr val="FF6A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4953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具备极强的弹性扩容能力，大幅降低运维成本，易于第三方系统集成，并拥有平台内置的安全合规能力。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12700" cap="flat" cmpd="sng">
            <a:solidFill>
              <a:srgbClr val="3333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159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2159000"/>
            <a:ext cx="368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本地部署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6477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3429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26.90%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763000" y="3556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聚焦高安全需求的垂直领域，市场份额稳定，主要服务于对数据主权有严格要求的行业。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826000"/>
            <a:ext cx="4699000" cy="889000"/>
          </a:xfrm>
          <a:prstGeom prst="roundRect">
            <a:avLst>
              <a:gd name="adj" fmla="val 0"/>
            </a:avLst>
          </a:prstGeom>
          <a:solidFill>
            <a:srgbClr val="33333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4953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核心优势与场景：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数据物理隔离、安全可控且支持深度定制，广泛应用于金融核心系统、政务涉密等高敏感行业场景。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6197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总结：云部署以灵活性和成本优势占据主导，本地部署则坚守高安全壁垒的细分市场，二者将长期共存互补。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B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市场细分：企业类型 (2026年预测)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21336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大型企业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96">
            <a:off x="1066809" y="3041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3302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72.99%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4826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当前市场的核心贡献者，主要需求集中在支持全球大规模用户的通信基础设施，对系统的高可用性、高可扩展性和定制化能力有极高要求。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032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21336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中小企业 (SME)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96">
            <a:off x="6527809" y="3041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27800" y="3302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预测期内 CAGR 最高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4826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技术的低成本、易部署特性完美契合中小企业需求。企业借此削减传统通信开支，同时通过更灵活的互动方式提升客户体验与留存。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核心洞察：大型企业奠定市场基石，中小企业则是驱动未来增长的关键引擎，二者需求差异显著但互补共生。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B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市场细分：垂直行业 (2026年预测)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IT和电信：行业基石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18">
            <a:off x="1079509" y="240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2603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33.26%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当前最大的应用市场份额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65500" y="2603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应用场景最为成熟，需求稳定且持续增长，是WebRTC技术发展的核心支柱与商业化验证的起点。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000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000500"/>
            <a:ext cx="76200" cy="19685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419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19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医疗保健：增速领跑者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18">
            <a:off x="1079509" y="4756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79500" y="4889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CAGR No.1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预测期内复合增长率最快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365500" y="4889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通过远程问诊、虚拟诊断与手术直播等场景，有效解决医疗资源分配不均，重塑医疗服务交付模式。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90177">
            <a:off x="4127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1651000"/>
            <a:ext cx="5080000" cy="3302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9" name="AutoShape 19"/>
          <p:cNvSpPr/>
          <p:nvPr/>
        </p:nvSpPr>
        <p:spPr>
          <a:xfrm>
            <a:off x="6477000" y="52705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5397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5397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多元渗透：BFSI、零售与媒体娱乐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金融服务(BFSI)用于远程开户与客服，媒体娱乐拓展直播互动边界，零售行业赋能AR试穿与视频导购，多领域正稳步实现技术渗透与价值转化。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6E6E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区域市场格局 (2025年数据)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2095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北美地区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37.18%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稳居全球第一大市场，技术储备深厚，行业头部企业高度聚集，市场成熟度高。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1778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942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52525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095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32400" y="2095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欧洲地区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3048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23.02%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48200" y="4191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远程办公普及带动需求增长，5G基础设施完善推动行业发展，政策规范促进市场健康运行。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26400" y="1778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264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095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64600" y="2095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亚太地区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80400" y="3048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22.40%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80400" y="4191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全球增速最快的市场，人口基数大，数字化转型潜力巨大，新兴应用场景不断涌现。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10642600" cy="889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6515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778000" y="5562600"/>
            <a:ext cx="9271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其他新兴市场：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中东、非洲及南美地区市场份额稳步提升，随着基础设施建设推进，正在成为新的增长极，未来市场拓展空间广阔。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竞争格局与主要玩家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54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540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79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国际通信巨头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40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6035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以AT&amp;T为代表，依托基础通信网络资源，布局实时通信领域，具备极强的基础设施优势。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1651000"/>
            <a:ext cx="254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67100" y="1651000"/>
            <a:ext cx="2540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1905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02100" y="1879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专业PaaS服务商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221">
            <a:off x="3657619" y="240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657600" y="26035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Agora、Twilio、Daily.co等企业深耕API与SDK服务，提供标准化、易集成的实时音视频技术能力。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2200" y="1651000"/>
            <a:ext cx="254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172200" y="1651000"/>
            <a:ext cx="2540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1905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07200" y="1879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技术咨询开发公司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221">
            <a:off x="6362719" y="240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362700" y="26035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如WebRTC.ventures，专注于为企业提供定制化开发、技术咨询与解决方案落地支持服务。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0" y="1651000"/>
            <a:ext cx="254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90000" y="1651000"/>
            <a:ext cx="2540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0500" y="1905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25000" y="1879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区域本土服务商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9080519" y="240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080500" y="26035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深耕本地市场，提供符合区域法规、文化及网络环境的本地化实时通信服务与支持。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" y="4445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核心竞争策略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080000"/>
            <a:ext cx="1689100" cy="1143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5207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270000" y="5181600"/>
            <a:ext cx="107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战略合作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89000" y="5715000"/>
            <a:ext cx="1460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强强联合整合资源，共建行业生态壁垒。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2616200" y="5080000"/>
            <a:ext cx="1689100" cy="1143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43200" y="52070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3124200" y="5181600"/>
            <a:ext cx="107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产品迭代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2743200" y="5715000"/>
            <a:ext cx="1460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持续优化API/SDK，提升低延时与稳定性。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470400" y="5080000"/>
            <a:ext cx="1689100" cy="1143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7400" y="52070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4978400" y="5181600"/>
            <a:ext cx="107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融资并购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597400" y="5715000"/>
            <a:ext cx="1460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通过资本运作加速技术扩张，抢占市场份额。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5375445">
            <a:off x="5588000" y="54546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6731000" y="444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行业头部企业矩阵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731000" y="5080000"/>
            <a:ext cx="14605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6731000" y="51816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AT&amp;T / Intel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318500" y="5080000"/>
            <a:ext cx="14605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318500" y="51816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Agora / Twilio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906000" y="5080000"/>
            <a:ext cx="14605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9906000" y="51816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Daily.co / NFON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731000" y="584200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这些企业凭借技术积淀与市场先发优势，构建了从底层基础设施到上层应用服务的完整产业链布局。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7">
                <a:alpha val="100000"/>
              </a:srgbClr>
            </a:gs>
            <a:gs pos="100000">
              <a:srgbClr val="EB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核心回顾：千亿赛道，基石稳固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08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6924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035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高增长赛道，潜力巨大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坐拥千亿级市场规模，保持 32.21% 的复合年增长率（CAGR），行业发展动力强劲，整体处于快速上升的黄金期。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508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9624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8735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多场景驱动，需求清晰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远程办公、移动协作、在线直播、智慧医疗四大核心场景深度渗透，市场需求真实且持续迭代，技术落地路径明确清晰。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0800" cy="952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2324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1435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全球格局明朗，主流确立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北美市场领跑全球，亚太地区增速最快；云部署架构与视频会议应用成为行业主流形态，市场竞争格局逐步稳定。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88910">
            <a:off x="4254500" y="3994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未来展望：技术融合，生态共荣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540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540000"/>
            <a:ext cx="50800" cy="9525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26924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26035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AI深度耦合，通信全面智能化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AI技术与WebRTC深度融合，智能降噪、虚拟背景、实时字幕等功能成为标配，推动通信体验向智能化、个性化全面进阶。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77000" y="3810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3810000"/>
            <a:ext cx="50800" cy="9525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39624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239000" y="38735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边界突破，渗透前沿新兴领域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应用场景从传统领域向元宇宙社交、工业互联网远程协作、智慧医疗实时诊疗等方向延伸，行业边界持续拓宽。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477000" y="5080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77000" y="5080000"/>
            <a:ext cx="50800" cy="9525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52324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239000" y="51435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标准化API赋能，构建开放生态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标准化API接口大幅降低开发与接入门槛，推动技术从头部企业向中小企业全面普及，构建开放共赢的产业新生态。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4216</Words>
  <Application>WPS 演示</Application>
  <PresentationFormat/>
  <Paragraphs>334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阿武</cp:lastModifiedBy>
  <cp:revision>2</cp:revision>
  <dcterms:created xsi:type="dcterms:W3CDTF">2026-06-07T11:54:21Z</dcterms:created>
  <dcterms:modified xsi:type="dcterms:W3CDTF">2026-06-07T11:54:44Z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{"Label":"1","ContentProducer":"001191110102MACQD9K64010000","ProduceID":"7648618182953667522","ReservedCode1":"","ContentPropagator":"","PropagateID":"","ReservedCode2":""}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42B47FD576B944C7B937E0449ED04B52_12</vt:lpwstr>
  </property>
</Properties>
</file>